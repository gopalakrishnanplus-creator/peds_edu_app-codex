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Doctor Share Single Video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Doctor Share Single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a doctor how to log in, search the catalog, select a single video, and share it to a caregiver through WhatsApp.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Registered doctor using the clinic sharing workspace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Doctor login at `/accounts/login/`.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doctor-share-single-video-d1144d5b10d1485789c9c9147f2fbf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Use the caregiver single-video deck after this one to show exactly what the recipient sees.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Doctor Single Video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a doctor how to log in, search the catalog, select a single video, and share it to a caregiver through WhatsApp.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Registered doctor using the clinic sharing workspace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Doctor login at `/accounts/login/`.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The doctor logs into the clinic workspace and lands directly on the Share Patient Education page for the clinic.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Selecting a video activates the Share Video action and generates a secure patient link in the chosen language.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The caregiver receives a WhatsApp message containing the video title and the secure patient page 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Doctor Single Video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Log into the clinic sharing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Doctor login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login-entry-e2da27af4cbd57f38f583d46572f4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Signs in with the registered doctor email address and password.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shared Doctor Login page and, after sign-in, the clinic's Share Patient Education workspace.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Clinic sharing is only available after a successful authenticated login.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doctor lands on the clinic share page for the correct doctor 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same login page is also used by clinic staff accounts tied to the same clinic.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Doctor Single Video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Filter the catalog and select the target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Doctor workspace with a selected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doctor-share-single-video-a32e8e26ecfede2210b6f601b74f25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Uses therapy, trigger, bundle, or search controls to narrow the catalog and then selects the required video.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Selecting the video is what enables the single-video share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selected video state inside the clinic sharing page, with the active bundle and the matching video highlighted.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correct video is active and ready to share.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Clicking a bundle alone is not enough for this workflow; the doctor must click the specific video to activate Share Video.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Doctor Single Video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Enter the caregiver WhatsApp number and choose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Single-video share panel ready for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doctor-share-single-video-b97d16b86c43eb7f179d8311572264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Types the caregiver's 10-digit WhatsApp number and selects the content language.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share message is personalized to the caregiver number and the selected language.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Share with Patient panel containing the patient WhatsApp field and language selector.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share panel is complete and ready for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clinic workspace expects a 10-digit India-format WhatsApp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Doctor Single Video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Share the single video through 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Share Video action tile.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doctor-share-single-video-412833eaa2e9da9198b7c5ad3c32fb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Clicks Share Video after the patient number, language, and selected video are all in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is the moment the secure caregiver link is generated and delivered.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Share Single Video action tile and a backend redirect into a WhatsApp deeplink.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WhatsApp opens with a prefilled message containing the video title and the secure link.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If Share Video is not visible, confirm that a specific video rather than only a bundle is selected.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5 • Doctor Single Video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5: Explain what the caregiver receives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Shared caregiver page for a single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atient-video-hindi-c0431d09ee6671ab85059021b2adc4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Reviews the caregiver-facing page to confirm the shared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Doctors are more confident sharing content when they know exactly what the caregiver will see.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secure patient video page with clinic branding, contact details, the selected video, and a language chooser.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doctor can describe the caregiver experience and confirm the share worked.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caregiver page does not require login. Language can be changed after the link is opened.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Doctor Single Video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206654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Share button not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Share Video appears only after a specific video is selected.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84708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Invalid WhatsApp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share form expects a 10-digit number and will not work correctly with partial or formatted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55448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Wrong content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the doctor wants the caregiver to receive a full collection rather than one item, switch to the bundle-sharing workflow instead.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The doctor can find the correct video in the clinic workspace.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A valid patient WhatsApp number and language are selected before sharing.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WhatsApp opens with a prefilled message containing the secure single-video link.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Doctor Single Video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Doctor Share Single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Use the caregiver single-video deck after this one to show exactly what the recipient sees.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The doctor can find the correct video in the clinic workspace.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A valid patient WhatsApp number and language are selected before sharing.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WhatsApp opens with a prefilled message containing the secure single-video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04-doctor-registration-and-first-access.md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07-caregiver-single-video-view.md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