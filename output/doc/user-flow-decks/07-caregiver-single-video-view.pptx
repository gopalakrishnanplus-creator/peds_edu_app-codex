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Caregiver Single Video View • Verified 2026-04-23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"/>
            <a:ext cx="162763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Caregiver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914400"/>
            <a:ext cx="548640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600" b="1">
                <a:solidFill>
                  <a:srgbClr val="273340"/>
                </a:solidFill>
                <a:latin typeface="Aptos Display"/>
              </a:rPr>
              <a:t>Caregiver Single Video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65960"/>
            <a:ext cx="52578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0">
                <a:solidFill>
                  <a:srgbClr val="606F7E"/>
                </a:solidFill>
                <a:latin typeface="Aptos"/>
              </a:rPr>
              <a:t>Show what a caregiver sees after opening a shared single-video link from WhatsApp.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2331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2980944"/>
            <a:ext cx="1042415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337560"/>
            <a:ext cx="203911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Caregiver receiving a single-video patient link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2834640"/>
            <a:ext cx="26517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2980944"/>
            <a:ext cx="96926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3337560"/>
            <a:ext cx="2359152" cy="4206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Secure patient link in WhatsApp such as `/p/&lt;doctor_id&gt;/v/&lt;video_code&gt;/?lang=&lt;code&gt;&amp;d=&lt;signed-payload&gt;`.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749808"/>
            <a:ext cx="50749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2-patient-video-english-a6785cc5e15ddcbef8b4d13bfc0aa2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822959"/>
            <a:ext cx="4928616" cy="5294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187952"/>
            <a:ext cx="525780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273340"/>
                </a:solidFill>
                <a:latin typeface="Aptos"/>
              </a:rPr>
              <a:t>This view is the direct result of a single-video WhatsApp share from the clinic workspace.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summary • Caregiver Single Video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62763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Caregiver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Workflow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Purpose, user, entry point, and the operational outcome of this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75104"/>
            <a:ext cx="914400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Show what a caregiver sees after opening a shared single-video link from WhatsApp.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2880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5696" y="1975104"/>
            <a:ext cx="1042415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Primary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331720"/>
            <a:ext cx="322783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Caregiver receiving a single-video patient link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7848" y="182880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1975104"/>
            <a:ext cx="96926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Entry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331720"/>
            <a:ext cx="3364992" cy="576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Secure patient link in WhatsApp such as `/p/&lt;doctor_id&gt;/v/&lt;video_code&gt;/?lang=&lt;code&gt;&amp;d=&lt;signed-payload&gt;`.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337560"/>
            <a:ext cx="10991088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3493008"/>
            <a:ext cx="133502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858768"/>
            <a:ext cx="10607040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350">
                <a:solidFill>
                  <a:srgbClr val="8AB48A"/>
                </a:solidFill>
                <a:latin typeface="Aptos"/>
              </a:rPr>
              <a:t>• The caregiver does not log in and is taken directly to a patient page branded with the clinic and doctor context.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8AB48A"/>
                </a:solidFill>
                <a:latin typeface="Aptos"/>
              </a:rPr>
              <a:t>• The page exposes clinic phone and WhatsApp contact options, the selected video, and a language picker.</a:t>
            </a:r>
          </a:p>
          <a:p>
            <a:pPr algn="l">
              <a:spcAft>
                <a:spcPts val="500"/>
              </a:spcAft>
            </a:pPr>
            <a:r>
              <a:rPr sz="1350">
                <a:solidFill>
                  <a:srgbClr val="8AB48A"/>
                </a:solidFill>
                <a:latin typeface="Aptos"/>
              </a:rPr>
              <a:t>• Changing language reloads the page content in the chosen language while keeping the clinic context intact.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1 • Caregiver Single Video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62763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Caregiver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1: Open the secure patient link from WhatsApp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Single-video caregiver page in Hindi.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patient-video-hindi-2f02ec2285ef2edd3b3d30d7e4705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Taps the shared clinic link in WhatsApp.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caregiver immediately knows which clinic sent the content and that no login is required.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branded patient page showing the doctor name, clinic name, address, contact options, and the selected educational video.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patient page loads successfully in the default shared language.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The link is signed and tied to the clinic context, so caregivers should use the original shared message rather than trying to rebuild the URL.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2 • Caregiver Single Video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62763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Caregiver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2: Review clinic contact information and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Clinic context on the caregiver 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patient-video-english-11e6bb91d30dc4434c24461ebaad40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Checks the doctor identity, clinic name, address, phone, and WhatsApp contact chips before watching the content.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This reinforces trust and gives the caregiver clear return-contact options.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Doctor and clinic details at the top of the patient page.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caregiver can identify the sending clinic and the available contact routes.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Use this section during training to show where caregivers go if they need to call or message the clinic.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3 • Caregiver Single Video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62763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Caregiver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3: Watch the educational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Embedded single-video player.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patient-video-english-1faa8f1349d7094ca5cd85c6c3232b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Plays the embedded video or uses the fallback behavior if the source cannot be embedded.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patient page keeps the clinic identity visible while the caregiver consumes the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video player area underneath the title and language selector.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caregiver can start the content from the same page without extra navigation.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Some source videos may have external playback limitations. If that occurs, direct the caregiver to the fallback action shown by the page.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Step 4 • Caregiver Single Video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62763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Caregiver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Step 4: Switch language on the patient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Language selector on the single-video 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099108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patient-video-english-aa00dd0f514a77805c96005d87c86a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901952"/>
            <a:ext cx="10844784" cy="25054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" y="4846320"/>
            <a:ext cx="1481328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Uses the Language selector to change from the originally shared language to another supported language.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5422392"/>
            <a:ext cx="1188720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caregiver can self-serve into a more comfortable language without asking the clinic to resend the link.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4681728"/>
            <a:ext cx="5358384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4846320"/>
            <a:ext cx="1481328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What the user sees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120640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A language dropdown on the top-right of the patient content card.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5422392"/>
            <a:ext cx="126187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696712"/>
            <a:ext cx="5065776" cy="301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273340"/>
                </a:solidFill>
                <a:latin typeface="Aptos"/>
              </a:rPr>
              <a:t>The page reloads with the selected language and retains the clinic context.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016752"/>
            <a:ext cx="109910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6053328"/>
            <a:ext cx="1042415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Trainer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6044184"/>
            <a:ext cx="90982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050" b="0">
                <a:solidFill>
                  <a:srgbClr val="273340"/>
                </a:solidFill>
                <a:latin typeface="Aptos"/>
              </a:rPr>
              <a:t>Changing language reloads the content rather than opening a separate application.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Trainer tips • Caregiver Single Video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"/>
            <a:ext cx="96926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92608"/>
            <a:ext cx="162763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Caregiver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8368"/>
            <a:ext cx="64008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325880"/>
            <a:ext cx="6492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>
                <a:solidFill>
                  <a:srgbClr val="606F7E"/>
                </a:solidFill>
                <a:latin typeface="Aptos"/>
              </a:rPr>
              <a:t>The highest-value coaching points to cover during rollout or onboarding sessions.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993392"/>
            <a:ext cx="309067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Link opened outside the original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Caregivers should use the original shared link because it contains the signed context needed by the patient 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47088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993392"/>
            <a:ext cx="1920240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Video source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50008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If a source blocks inline playback, rely on the page's fallback behavior rather than assuming the clinic shared the wrong link.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534924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" y="3712463"/>
            <a:ext cx="170078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Language expectations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4069080"/>
            <a:ext cx="5056631" cy="8778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>
                <a:solidFill>
                  <a:srgbClr val="273340"/>
                </a:solidFill>
                <a:latin typeface="Aptos"/>
              </a:rPr>
              <a:t>The shared link may open in a preset language, but the caregiver can change it from the page itself.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532120"/>
            <a:ext cx="10991088" cy="713232"/>
          </a:xfrm>
          <a:prstGeom prst="roundRect">
            <a:avLst/>
          </a:prstGeom>
          <a:solidFill>
            <a:srgbClr val="F5ECD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5669280"/>
            <a:ext cx="126187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markers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632704"/>
            <a:ext cx="9144000" cy="493776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150">
                <a:solidFill>
                  <a:srgbClr val="8AB48A"/>
                </a:solidFill>
                <a:latin typeface="Aptos"/>
              </a:rPr>
              <a:t>• The caregiver can identify which clinic sent the content.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8AB48A"/>
                </a:solidFill>
                <a:latin typeface="Aptos"/>
              </a:rPr>
              <a:t>• The video page loads with the selected language and content title.</a:t>
            </a:r>
          </a:p>
          <a:p>
            <a:pPr algn="l">
              <a:spcAft>
                <a:spcPts val="500"/>
              </a:spcAft>
            </a:pPr>
            <a:r>
              <a:rPr sz="1150">
                <a:solidFill>
                  <a:srgbClr val="8AB48A"/>
                </a:solidFill>
                <a:latin typeface="Aptos"/>
              </a:rPr>
              <a:t>• The caregiver can switch language without re-requesting a new share link.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85800" y="5029200"/>
            <a:ext cx="2286000" cy="2286000"/>
          </a:xfrm>
          <a:prstGeom prst="ellipse">
            <a:avLst/>
          </a:prstGeom>
          <a:solidFill>
            <a:srgbClr val="F5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502920"/>
            <a:ext cx="2651760" cy="2651760"/>
          </a:xfrm>
          <a:prstGeom prst="ellipse">
            <a:avLst/>
          </a:prstGeom>
          <a:solidFill>
            <a:srgbClr val="DC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3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06F7E"/>
                </a:solidFill>
                <a:latin typeface="Aptos"/>
              </a:rPr>
              <a:t>Workflow complete • Caregiver Single Video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02920"/>
            <a:ext cx="1408176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Workflow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005840"/>
            <a:ext cx="52120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400" b="1">
                <a:solidFill>
                  <a:srgbClr val="273340"/>
                </a:solidFill>
                <a:latin typeface="Aptos Display"/>
              </a:rPr>
              <a:t>Caregiver Single Video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120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>
                <a:solidFill>
                  <a:srgbClr val="606F7E"/>
                </a:solidFill>
                <a:latin typeface="Aptos"/>
              </a:rPr>
              <a:t>This view is the direct result of a single-video WhatsApp share from the clinic workspace.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743200"/>
            <a:ext cx="52120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907792"/>
            <a:ext cx="1335024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273552"/>
            <a:ext cx="4828032" cy="1810512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8AB48A"/>
                </a:solidFill>
                <a:latin typeface="Aptos"/>
              </a:rPr>
              <a:t>• The caregiver can identify which clinic sent the content.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8AB48A"/>
                </a:solidFill>
                <a:latin typeface="Aptos"/>
              </a:rPr>
              <a:t>• The video page loads with the selected language and content title.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8AB48A"/>
                </a:solidFill>
                <a:latin typeface="Aptos"/>
              </a:rPr>
              <a:t>• The caregiver can switch language without re-requesting a new share link.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914400"/>
            <a:ext cx="550468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4496" y="1078992"/>
            <a:ext cx="1261872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Related manuals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44752"/>
            <a:ext cx="507492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norm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8AB48A"/>
                </a:solidFill>
                <a:latin typeface="Aptos"/>
              </a:rPr>
              <a:t>• 05-doctor-share-single-video.md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182112"/>
            <a:ext cx="914400" cy="310896"/>
          </a:xfrm>
          <a:prstGeom prst="roundRect">
            <a:avLst/>
          </a:prstGeom>
          <a:solidFill>
            <a:srgbClr val="8AB48A"/>
          </a:solidFill>
          <a:ln>
            <a:solidFill>
              <a:srgbClr val="8A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529584"/>
            <a:ext cx="4937760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>
                <a:solidFill>
                  <a:srgbClr val="273340"/>
                </a:solidFill>
                <a:latin typeface="Aptos"/>
              </a:rPr>
              <a:t>Live-verified against the local demo environment and refreshed with real screenshots on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