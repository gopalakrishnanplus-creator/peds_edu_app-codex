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PE Records Dashboard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PE Records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internal superusers how to open the PE-only records dashboard and manage campaign, field-rep, and doctor records scoped to Patient Education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System superuser responsible for PE-only record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Dedicated PE records login at `/publisher/pe-system/login/`.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pe-records-dashboard-7b1b36733635cd90e524cd2e24026b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Use this dashboard when the task is specific to Patient Education campaigns and their linked people. Use the broader System Records Hub for cross-campaign record maintenance.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internal superusers how to open the PE-only records dashboard and manage campaign, field-rep, and doctor records scoped to Patient Education campaigns.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System superuser responsible for PE-only record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Dedicated PE records login at `/publisher/pe-system/login/`.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PE Records Dashboard uses its own superuser session and only surfaces campaigns marked as Patient Education campaigns.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Campaign rows merge master campaign data with local portal setup status so teams can see whether PE campaigns are configured downstream.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Field rep and doctor sections only show PE-linked records, with direct update and delete actions for operational cleanup.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PE records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PE records login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e-records-login-3870223ec3181d7efb9c95b6dcc24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Navigates to the PE records login page and signs in with a local superuser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PE System Records login with a dedicated email and password 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dashboard keeps PE-only record governance separate from the broader publisher dashboard and other superuser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PE records session opens and redirects to the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flow creates a separate PE records session, so it is different from the standard `/admin/` login redirect into `/publisher/`.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Review the PE records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PE records dashboard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e-records-dashboard-257702ee0da40632bedd09328e317b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Scans the dashboard cards and campaign table to compare master PE campaigns with local portal setup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page is the operational command center for understanding which PE campaigns are configured and which related records exist.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PE Records Dashboard with summary cards for master campaigns, local PE setups, PE field reps, and PE doctors, followed by searchable tables.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identify configured versus unconfigured PE campaigns and the volume of related field reps and doctors.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Local PE Setups count comes from the portal-side `publisher_campaign` data layered onto the master PE campaign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Update a PE campaign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Master PE campaign edit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pe-campaign-edit-23d3818a916722f771b1ac4ea9dc08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Update from a campaign row to edit master PE campaign details such as doctor limits, templates, banner URLs, and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Campaign metadata drives field-rep onboarding, campaign messaging, and banner behavior, so PE campaign records need a dedicated update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PE campaign edit form populated from the master campaign record, with linked local setup context shown alongside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edit a master PE campaign without leaving the PE records 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Deleting from this flow removes both the master PE campaign record and any linked local portal setup, so confirm scope before using Delete.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Review a PE-linked doctor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PE-linked doctor edit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pe-doctor-edit-4ab069a39d6eddb0ae0221989b0dc1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Update from the Doctors table to review and edit a PE-linked doctor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PE doctors often need cleanup or alignment when field-rep recruitment and clinic registration intersect.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doctor record form showing master identity fields, clinic details, field rep context, and whether a local profile is also present.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review or update a PE-linked doctor from the PE-specific governance 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a local portal profile exists, the system attempts to sync that local profile after a successful master-record update.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Session confusion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PE records dashboard uses its own session. Logging into `/admin/` alone does not automatically open this PE-only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Scope confusion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This dashboard only shows Patient Education-linked campaigns, field reps, and doctors. Broader record maintenance belongs in the System Records 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11556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Delete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Deleting from the PE campaign section can remove both master and linked local setup data, so confirm scope before proceeding.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user can authenticate into the PE records session and open the dashboard.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PE campaign, field rep, and doctor sections are visible and searchable.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user can open an edit form for a PE campaign or PE-linked doctor and understand the scope of those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PE Records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PE Records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Use this dashboard when the task is specific to Patient Education campaigns and their linked people. Use the broader System Records Hub for cross-campaign record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user can authenticate into the PE records session and open the dashboard.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PE campaign, field rep, and doctor sections are visible and searchable.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user can open an edit form for a PE campaign or PE-linked doctor and understand the scope of those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02-publisher-campaign-setup.md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03-field-rep-doctor-recruitment.md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