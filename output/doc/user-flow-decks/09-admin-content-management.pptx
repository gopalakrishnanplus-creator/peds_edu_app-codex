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Admin Content Management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Admin Content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internal staff how to enter the publishing dashboard, review the video catalog, and edit a video's metadata and language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Internal admin or staff user with access to the publishing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Staff login at `/admin/login/?next=/publisher/` leading into `/publisher/`.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publisher-dashboard-7fd7cb923515f7e1f179c63c3b6244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Catalog maintenance is global. Use the PE Records or System Records dashboards when the work involves campaign, field-rep, or doctor records instead of reusable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internal staff how to enter the publishing dashboard, review the video catalog, and edit a video's metadata and language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Internal admin or staff user with access to the publishing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Staff login at `/admin/login/?next=/publisher/` leading into `/publisher/`.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publishing dashboard is the internal catalog-management surface for therapy areas, triggers, videos, bundles, and bundle-trigger maps.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Videos list is the fastest route for reviewing published media and opening a specific video for editing.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Video edit pages enforce the rule that each video belongs to at least one bundle and carries language-specific title and YouTube URL rows.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Campaign record governance and master data cleanup happen in the separate PE Records and System Records workflows, not on this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Publishing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Internal Publishing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ublisher-dashboard-867b6ddba62a9180ede5718ecfe7ed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Signs in with an internal staff account and lands on the publishing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Publishing Dashboard with grouped links for content types, videos, bundles, maps, and quick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root navigation page for all internal content maintenance.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admin can see the internal sections and choose the right management area.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workflow is staff-only and is separate from the clinic-facing share experience. Record-governance tasks use separate internal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Open the Videos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Videos list in the publishing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video-list-22972de871c58abfe17690858a3457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Chooses Videos from the dashboard or uses the quick route into the media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list is the operational entry point for finding and maintaining specific videos.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searchable Videos table with code, published state, active state, and Edit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admin can scan or search the video catalog and identify the right row.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video table can be long, so use search when a code or topic is known.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Search for the target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Video rows and edit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video-list-a0012829126fd713f09fec43dbde91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list search field or scrolls to the desired video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Large catalogs are easier to work with when the admin understands how to narrow the 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Many video rows, each with an Edit action in the last column.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target video row is located and ready to open.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Use code-based lookup where possible because titles live in the per-language edit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Open the video edit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Edit Video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video-edit-form-db6f53d075d1ba39ce0cc43f2e1d46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Clicks Edit on the selected video 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edit form is where both global metadata and language-specific content are maintained.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Edit Video with the bundle membership summary, main video fields, and the language-details 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video edit screen opens successfully.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form explicitly reminds users that a video cannot exist standalone; it must belong to at least one bundle.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Maintain language rows and 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Language detail rows inside the Edit Video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video-edit-form-46df26c17c28eec0464168f479129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Updates the video metadata and the title and YouTube URL fields for the required language rows, then clicks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caregiver-facing playback experience depends on accurate localized titles and source URLs.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language-details table that expects complete per-language entries before saving.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video record saves cleanly with the updated language details.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After saving, validate a downstream share flow if the change affects live caregiver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84708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Video-bundle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app does not allow videos to exist outside a bundle, so bundle planning often needs to happen before adding or editing a video.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92024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Large catalog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Use search and known codes to avoid manually scrolling the full video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11556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Global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Internal video edits affect downstream clinic and caregiver experiences, so validate carefully after saving production content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712463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Wrong internal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task is to update campaigns, field reps, or doctor records, move to the PE Records or System Records workflows instead of editing content 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admin can open the publishing dashboard and navigate to Videos.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target video can be found from the list and opened for editing.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Language rows and video metadata are updated without breaking the bundle relationship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Admin Content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Admin Content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Catalog maintenance is global. Use the PE Records or System Records dashboards when the work involves campaign, field-rep, or doctor records instead of reusable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admin can open the publishing dashboard and navigate to Videos.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target video can be found from the list and opened for editing.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Language rows and video metadata are updated without breaking the bundle relationship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11-pe-records-dashboard.md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12-system-records-hub.md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