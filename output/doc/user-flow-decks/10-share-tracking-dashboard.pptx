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Share Tracking Dashboard • Verified 2026-04-23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14400"/>
            <a:ext cx="548640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600" b="1">
                <a:solidFill>
                  <a:srgbClr val="273340"/>
                </a:solidFill>
                <a:latin typeface="Aptos Display"/>
              </a:rPr>
              <a:t>Share Tracking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65960"/>
            <a:ext cx="5257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0">
                <a:solidFill>
                  <a:srgbClr val="606F7E"/>
                </a:solidFill>
                <a:latin typeface="Aptos"/>
              </a:rPr>
              <a:t>Show internal superusers how to open the share tracking dashboard and review doctor shares, playback milestones, and banner engagement.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2980944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337560"/>
            <a:ext cx="203911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Internal analytics, audit, or operations user with superuser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2834640"/>
            <a:ext cx="26517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2980944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337560"/>
            <a:ext cx="235915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Tracking login at `/tracking/login/`.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749808"/>
            <a:ext cx="50749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2-tracking-dashboard-862a52e40b3120054562c1c94d4319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822959"/>
            <a:ext cx="4928616" cy="5294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187952"/>
            <a:ext cx="525780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73340"/>
                </a:solidFill>
                <a:latin typeface="Aptos"/>
              </a:rPr>
              <a:t>Use this dashboard after live clinic sharing is in progress. It complements the operational setup decks by proving what has actually been shared and viewed.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summary • Share Tracking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Workflow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Purpose, user, entry point, and the operational outcome of this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75104"/>
            <a:ext cx="91440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Show internal superusers how to open the share tracking dashboard and review doctor shares, playback milestones, and banner engagement.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1975104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Internal analytics, audit, or operations user with superuser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7848" y="18288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975104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331720"/>
            <a:ext cx="336499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Tracking login at `/tracking/login/`.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37560"/>
            <a:ext cx="1099108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493008"/>
            <a:ext cx="133502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858768"/>
            <a:ext cx="1060704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350">
                <a:solidFill>
                  <a:srgbClr val="EC7153"/>
                </a:solidFill>
                <a:latin typeface="Aptos"/>
              </a:rPr>
              <a:t>• The tracking flow starts from a dedicated login page that is limited to superusers.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EC7153"/>
                </a:solidFill>
                <a:latin typeface="Aptos"/>
              </a:rPr>
              <a:t>• The dashboard summarizes doctor-level sharing activity, playback events, and banner clicks in one place.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EC7153"/>
                </a:solidFill>
                <a:latin typeface="Aptos"/>
              </a:rPr>
              <a:t>• Recent activity tables help trainers or operations teams confirm that clinic sharing is flowing into analytics correctly.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1 • Share Tracking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1: Open the tracking login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Tracking login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6035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tracking-login-a1e7d2224f5ca2bdfb6c63053ff1ca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5888736" cy="43342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39712" y="182880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6016" y="1993392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67712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Navigates to the dedicated tracking login route and enters the approved superuser credentials.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6016" y="2900476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317479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restricted-access login page with email and password fields plus the Open Tracking Dashboard 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6016" y="3807561"/>
            <a:ext cx="118872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408188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tracking dashboard is isolated from the clinic workflow so only authorized internal users can review share analytics.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6016" y="4714646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98896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user can submit valid credentials and continue to the dashboard.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5621731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589605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Only a superuser can enter this flow. Clinic credentials do not work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2 • Share Tracking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2: Review the activity overview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Share tracking dashboard overview.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tracking-dashboard-862a52e40b3120054562c1c94d4319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Signs in and reviews the top summary cards before drilling into the detail tables.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summary cards give trainers and operations users an immediate health check of adoption and content engagement.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Share Activity Overview with counts for doctors tracked, total shares, playback events, banner clicks, and unique items shared.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user can confirm that share counts and downstream activity totals are being recorded, even if playback remains at zero before a video starts.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If counts are unexpectedly zero, verify that live share activity was created. Playback remains at zero until the embedded player actually starts.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3 • Share Tracking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3: Inspect doctor summary and recent shares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Doctor summary and recent share tables.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tracking-dashboard-2ea14ec97f250dec7437aa7b16b7b9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Scrolls through the Doctor Summary and Recent Shares sections to see which clinics are sharing which items.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These tables are the fastest route to confirm who shared content and whether the correct videos or bundles were used.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Tables for doctor-level totals, recent share timestamps, item names, anonymized recipient references, and language codes.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user can identify the doctor, shared item, language, and share timing for recent activity.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Recipient references are anonymized hashes, so trainers should not expect to see raw caregiver phone numbers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4 • Share Tracking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4: Inspect playback and banner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Playback and banner event tables.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tracking-dashboard-767837b9cd8b5ae8bc2165b711890e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Reviews the playback milestones and banner click tables to confirm downstream caregiver engagement.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These tables show whether a share translated into viewing behavior and whether campaign banners were interacted with.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Recent Playback Events and Recent Banner Clicks tables with doctor IDs, event types, milestone percentages, and banner targets.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user can confirm whether playback data is present yet and can still review any recorded banner activity.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Playback rows appear only after the caregiver starts a video. Bundle shares can generate multiple playback rows because each embedded video logs play and progress milestones separately.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Trainer tips • Share Tracking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The highest-value coaching points to cover during rollout or onboarding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93392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Wrong account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The tracking dashboard only allows a superuser account, so clinic or publisher credentials will be rejected.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93392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No recent 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If the tables are empty, confirm that a doctor or clinic staff member completed a share and that the caregiver page was opened afterward.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" y="3712463"/>
            <a:ext cx="1408176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Recipient 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069080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Recipient references are intentionally anonymized. Use doctor, item, and timestamp context for troubleshooting instead of expecting raw phone numbers.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532120"/>
            <a:ext cx="10991088" cy="713232"/>
          </a:xfrm>
          <a:prstGeom prst="roundRect">
            <a:avLst/>
          </a:prstGeom>
          <a:solidFill>
            <a:srgbClr val="F5ECD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5669280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markers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632704"/>
            <a:ext cx="9144000" cy="493776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EC7153"/>
                </a:solidFill>
                <a:latin typeface="Aptos"/>
              </a:rPr>
              <a:t>• The user can open the tracking login page and authenticate successfully.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EC7153"/>
                </a:solidFill>
                <a:latin typeface="Aptos"/>
              </a:rPr>
              <a:t>• The dashboard summary cards and recent activity tables are visible.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EC7153"/>
                </a:solidFill>
                <a:latin typeface="Aptos"/>
              </a:rPr>
              <a:t>• The user can identify where to audit doctor share volume, playback milestones, and banner click activity.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complete • Share Tracking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02920"/>
            <a:ext cx="1408176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005840"/>
            <a:ext cx="5212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Share Tracking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120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606F7E"/>
                </a:solidFill>
                <a:latin typeface="Aptos"/>
              </a:rPr>
              <a:t>Use this dashboard after live clinic sharing is in progress. It complements the operational setup decks by proving what has actually been shared and viewed.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43200"/>
            <a:ext cx="52120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907792"/>
            <a:ext cx="133502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73552"/>
            <a:ext cx="4828032" cy="18105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The user can open the tracking login page and authenticate successfully.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The dashboard summary cards and recent activity tables are visible.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The user can identify where to audit doctor share volume, playback milestones, and banner click activity.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914400"/>
            <a:ext cx="550468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10789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Related manuals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44752"/>
            <a:ext cx="507492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01-platform-overview-and-role-map.md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05-doctor-share-single-video.md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06-clinic-staff-share-bundle.md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07-caregiver-single-video-view.md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08-caregiver-bundle-view.md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182112"/>
            <a:ext cx="91440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529584"/>
            <a:ext cx="4937760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Live-verified against the local demo environment and refreshed with real screenshots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