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Clinic Staff Share Bundle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Clinic Staff Share Bundle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a clinic staff member how to log in to the same clinic workspace, choose a full bundle, and share it with a caregiver.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Registered clinic staff user linked to an existing clinic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Clinic staff login at `/accounts/login/`.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clinic-staff-share-bundle-759a3551b4388aa2f1cf355dae430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Follow this deck with the caregiver bundle view deck whenever staff need to understand the recipient experience.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a clinic staff member how to log in to the same clinic workspace, choose a full bundle, and share it with a caregiver.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Registered clinic staff user linked to an existing clinic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Clinic staff login at `/accounts/login/`.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Clinic staff use the same clinic share workspace as doctors, but they often share complete bundles for repeated counseling.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Selecting a bundle activates Share Bundle and produces a secure multi-video patient link.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The caregiver receives a WhatsApp deeplink to a page that contains the full bundle in the chosen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Decision points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Decision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Key branches or usage choices that change what the user should do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74519"/>
            <a:ext cx="53766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2029968"/>
            <a:ext cx="162763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Share a single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510235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Use when the caregiver needs one targeted item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3840480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87952"/>
            <a:ext cx="5102352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606F7E"/>
                </a:solidFill>
                <a:latin typeface="Aptos"/>
              </a:rPr>
              <a:t>Select the video and use Share Video.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874519"/>
            <a:ext cx="53766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029968"/>
            <a:ext cx="184708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Share a complete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487168"/>
            <a:ext cx="510235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Use when the caregiver should receive the full condition-specific sequence.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187952"/>
            <a:ext cx="5102352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606F7E"/>
                </a:solidFill>
                <a:latin typeface="Aptos"/>
              </a:rPr>
              <a:t>Select the bundle and use Share Bundle.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Log in with clinic staff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Shared clinic login page for staff and doctors.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login-entry-e2da27af4cbd57f38f583d46572f4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Signs in through the shared clinic login page with the clinic staff email and password.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same clinic-sharing workspace used by doctors.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Clinic staff do not need a separate app; they work inside the same operational share page.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clinic share workspace opens for the correct clinic.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page layout is role-aware only for access control and banners; the main sharing controls remain the same.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Select the required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Clinic staff workspace with a selected bundle.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clinic-staff-share-bundle-626dba2b17044a876c10bf4bec57c4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Uses the bundle selector and search tools to choose the correct caregiver education bundle.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Bundle selection determines the collection of videos the caregiver will receive.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active bundle context with the videos listed beneath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correct bundle is active and visible in the clinic workspace.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For this workflow the staff user should stop at the bundle level instead of clicking down into a single video.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Enter the caregiver number and set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Bundle share panel ready for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clinic-staff-share-bundle-6d51f158e824683a25d80f321fb6d4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Types the caregiver WhatsApp number and selects the preferred language for the bundle link.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caregiver's number and chosen language are required to build the correct WhatsApp message.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Share with Patient panel containing the WhatsApp field and language picker.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share panel is ready for the bundle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Bundle shares are especially useful when the clinic wants caregivers to review a full set of counseling videos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Share the complete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Share Bundle action tile.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clinic-staff-share-bundle-a855b5dd6099c4c75cfab9dd588ae6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Clicks Share Bundle once the patient number, language, and bundle are confirmed.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action creates a secure bundle page that preserves the clinic context and language choice.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Share Complete Bundle card with the Share Bundle button and a redirect into WhatsApp.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WhatsApp opens with a prefilled message containing the secure bundle link.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If Share Bundle is hidden, confirm that the user selected the bundle instead of a single video.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5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5: Review the caregiver bundle page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Caregiver bundle page in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atient-bundle-english-3c29662b5cfba70f4604a98d6150e5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Checks the recipient experience to make sure the caregiver receives the full collection.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confirms that the clinic sent a collection and not only a single item.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secure bundle page listing multiple videos under the selected bundle title.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clinic staff user can describe how the caregiver will step through the bundle.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Language changes happen on the patient page and refresh the bundle display.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257860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Single-video selection by mistake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a staff user clicks a video, the UI switches toward Share Video. Return to the bundle selector to share the whole 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2139696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Incomplete caregiver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Bundle sharing expects the same 10-digit WhatsApp number format as single-video sharing.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206654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Campaign visibility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the expected bundle does not appear, confirm that the current clinic is supported by the campaign that contains that bundle.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The clinic staff user can log in to the correct clinic workspace.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A full bundle is selected and the caregiver number and language are set.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The WhatsApp deeplink contains the secure bundle page rather than a single-video link.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Clinic Staff Bundle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Clinic Staff Share Bundle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Follow this deck with the caregiver bundle view deck whenever staff need to understand the recipient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The clinic staff user can log in to the correct clinic workspace.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A full bundle is selected and the caregiver number and language are set.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The WhatsApp deeplink contains the secure bundle page rather than a single-video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05-doctor-share-single-video.md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08-caregiver-bundle-view.md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