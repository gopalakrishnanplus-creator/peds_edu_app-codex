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Doctor Registration and First Access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Doctor Registration and First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a new clinic how to complete doctor registration and understand the first-login handoff.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New doctor or clinic representative completing the registration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Public registration form at `/accounts/register/`.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register-form-94fb4e9919ec0b4cef8c2217dfdc4c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After registration, move directly into the clinic login and sharing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Doctor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a new clinic how to complete doctor registration and understand the first-login handoff.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New doctor or clinic representative completing the registration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Public registration form at `/accounts/register/`.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The registration form creates the doctor and clinic record and can carry campaign context from the field rep flow.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The page collects doctor identity, clinic profile, address, WhatsApp, and a photo upload.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344AA3"/>
                </a:solidFill>
                <a:latin typeface="Aptos"/>
              </a:rPr>
              <a:t>• After successful registration, the system instructs the clinic to log in or use Forgot password to set credentials if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Doctor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registration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Blank doctor registration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register-form-631fcd065d2e27735be50afdb20f9c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Starts from the public register page, either directly or from the field rep handoff.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is the official entry point for clinics that do not already exist in the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Doctor Registration with the Register your clinic heading and a full onboarding form.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clinic can see all required onboarding fields before data entry begins.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If the clinic already exists, stop and use the login or password-reset route instead of registering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Doctor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Complete doctor and clinic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Completed doctor registration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register-form-completed-04fc816e14f3adc166513dbc099d3a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Enters the doctor's name, email, clinic name, registration number, phone numbers, address, postal code, WhatsApp number, and doctor photo.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Accurate clinic identity and contact details are required for both login support and caregiver communication.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fully populated registration form with all required onboarding fields visible.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form is complete and ready for submission.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same clinic WhatsApp number is used later in caregiver-facing contact sections.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Doctor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Submit the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Registration ready for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register-form-completed-e534a9eeacf69a8f59cd3f87a9379b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Clicks Register Doctor once all fields are complete.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Submission creates the clinic identity used for future login and sharing.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same page validates the input and sends the data into the registration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form submits successfully with no validation errors.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If validation fails, correct the highlighted field and resubmit instead of refreshing the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Doctor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Review the completion page and next-step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Registration Complete confirmation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6035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registration-complete-abba6460b0efa151f22537088aea78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5888736" cy="43342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39712" y="1828800"/>
            <a:ext cx="4754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86016" y="1993392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267712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Reads the Registration Complete screen and follows the Login or Forgot password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6016" y="2900476"/>
            <a:ext cx="148132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317479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confirmation page stating that credentials and the clinic link were sent to the doctor by email.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6016" y="3807561"/>
            <a:ext cx="118872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408188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page closes the onboarding loop and points the clinic toward first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6016" y="4714646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988966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clinic understands that login is next and knows how to request a password setup link if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5621731"/>
            <a:ext cx="1042415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896051"/>
            <a:ext cx="4462272" cy="6327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Current product behavior uses the Forgot password action on the login page for first-time password setup when a password has not yet been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Doctor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199339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Already registered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the clinic already exists, use login or password reset instead of creating a duplicate registration.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847088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Missing required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form requires a complete clinic profile, so blank clinic contact or address fields will block submission.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70078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Password expectations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confirmation page points the user to login first and to Forgot password when a password setup link is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The registration completes successfully and shows the confirmation page.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The clinic receives login and clinic-link instructions by email.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344AA3"/>
                </a:solidFill>
                <a:latin typeface="Aptos"/>
              </a:rPr>
              <a:t>• The clinic can proceed to login or password setup without manual admin help.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4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Doctor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Doctor Registration and First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After registration, move directly into the clinic login and sharing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The registration completes successfully and shows the confirmation page.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The clinic receives login and clinic-link instructions by email.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The clinic can proceed to login or password setup without manual admin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03-field-rep-doctor-recruitment.md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344AA3"/>
                </a:solidFill>
                <a:latin typeface="Aptos"/>
              </a:rPr>
              <a:t>• 05-doctor-share-single-video.md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