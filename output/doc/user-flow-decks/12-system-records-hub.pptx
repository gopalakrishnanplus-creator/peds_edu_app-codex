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System Records Hub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600" b="1">
                <a:solidFill>
                  <a:srgbClr val="273340"/>
                </a:solidFill>
                <a:latin typeface="Aptos Display"/>
              </a:rPr>
              <a:t>System Records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65960"/>
            <a:ext cx="5257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Show local superusers how to use the broader System Records Hub to review local campaign configurations and maintain master field-rep and doctor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980944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203911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Local superuser responsible for system-wide campaign, field-rep, and doctor record maintenance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34640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980944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337560"/>
            <a:ext cx="235915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Superuser route at `/publisher/system-records/` after logging in through `/admin/login/`.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49808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-system-records-hub-655e36af8b026883dcfe43f78e8c7e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22959"/>
            <a:ext cx="4928616" cy="5294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187952"/>
            <a:ext cx="52578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73340"/>
                </a:solidFill>
                <a:latin typeface="Aptos"/>
              </a:rPr>
              <a:t>Use the System Records Hub when the task spans local campaign configurations or broader master record cleanup. Use the PE Records Dashboard when the scope is strictly PE-linked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summary • System Records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Workflow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Purpose, user, entry point, and the operational outcome of this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75104"/>
            <a:ext cx="91440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Show local superusers how to use the broader System Records Hub to review local campaign configurations and maintain master field-rep and doctor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75104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Local superuser responsible for system-wide campaign, field-rep, and doctor record maintenance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18288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975104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331720"/>
            <a:ext cx="33649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Superuser route at `/publisher/system-records/` after logging in through `/admin/login/`.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1099108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493008"/>
            <a:ext cx="133502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58768"/>
            <a:ext cx="10607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The System Records Hub combines local `publisher_campaign` rows with master field-rep and doctor records in one superuser-only view.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Campaign rows update through the existing campaign editor, while field-rep and doctor rows open dedicated maintenance forms.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EC7153"/>
                </a:solidFill>
                <a:latin typeface="Aptos"/>
              </a:rPr>
              <a:t>• Doctor rows show whether a local portal profile exists, which helps operators understand whether master edits will also sync local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1 • System Records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1: Open the System Records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System Records Hub overview.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system-records-hub-45cda94bf1bd742516728578e8e36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Signs in as a local superuser and navigates to the System Records Hub.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hub is the broadest record-maintenance surface in the product and is separate from day-to-day content editing.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superuser-only dashboard with summary cards for campaigns, field reps, and doctors plus searchable maintenance sections.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superuser can access the full System Records Hub.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This route is part of the internal publisher area and requires a normal local superuser session, not the dedicated PE records login.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2 • System Records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2: Review local campaign configurations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System records campaign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system-campaigns-b0f2726a908f55a6c8c54fc284c745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Uses the Campaigns section to search for a local `publisher_campaign` row and open the linked update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is the fastest route to confirm or clean up portal-side PE campaign configuration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Local campaign rows with campaign ID, generated bundle name, supported doctor count, active window, and publisher owner.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superuser can find the correct local campaign row and reach the update or delete 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Deleting from this section removes the local campaign configuration and the generated bundle, but it does not edit the upstream master campaign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3 • System Records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3: Update a field rep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System field-rep edit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system-field-rep-edit-e85ce4c46b75070881f7949f37094c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Opens Update from the Field Reps section to maintain a master field-rep record and its campaign links.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Field rep accuracy is essential because campaign onboarding links and doctor recruitment depend on these master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field rep edit form with full name, phone number, external brand ID, state, and active status.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superuser can edit or delete a field rep record from the broader system hub.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This form edits master DB-backed data, so the impact can extend across campaigns.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4 • System Records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4: Review doctor sync state and update the doctor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System doctor edit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-system-doctor-edit-001e64fbf7e6ef4898aa2d73a570f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Uses the Doctors section to inspect whether a doctor is master-only or also synced to a local portal profile, then opens the update 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local-profile badge helps operations teams understand whether a master update should also cascade into the local portal record.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doctor edit form with identity, clinic details, recruiter fields, clinic user emails, and local-profile context.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superuser can update a doctor with clear awareness of local-sync implications.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If a doctor has a local profile, updates attempt to sync both the master row and the local portal profile. Delete actions may also remove the local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Trainer tips • System Records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The highest-value coaching points to cover during rollout or onboarding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93392"/>
            <a:ext cx="1773936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PE versus system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Use this hub for broader record cleanup. Use the PE Records Dashboard when the task is specific to PE-linked campaigns, reps, or doctors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206654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Local versus master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Campaign rows here are local portal records, while field-rep and doctor rows are master records. The scope is different depending on which section you edit.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712463"/>
            <a:ext cx="1481328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Local profile 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When a doctor has a local portal profile, master updates can also affect the local profile. Trainers should call out that badge before editing.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532120"/>
            <a:ext cx="10991088" cy="713232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669280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markers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632704"/>
            <a:ext cx="9144000" cy="493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EC7153"/>
                </a:solidFill>
                <a:latin typeface="Aptos"/>
              </a:rPr>
              <a:t>• The superuser can open the System Records Hub from the internal admin session.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EC7153"/>
                </a:solidFill>
                <a:latin typeface="Aptos"/>
              </a:rPr>
              <a:t>• Campaign, field-rep, and doctor sections are visible and searchable.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EC7153"/>
                </a:solidFill>
                <a:latin typeface="Aptos"/>
              </a:rPr>
              <a:t>• The superuser can open the field-rep and doctor maintenance forms and understand the local-versus-master scope.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complete • System Records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2920"/>
            <a:ext cx="1408176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00584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System Records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120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606F7E"/>
                </a:solidFill>
                <a:latin typeface="Aptos"/>
              </a:rPr>
              <a:t>Use the System Records Hub when the task spans local campaign configurations or broader master record cleanup. Use the PE Records Dashboard when the scope is strictly PE-linked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4320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907792"/>
            <a:ext cx="1335024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4828032" cy="18105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The superuser can open the System Records Hub from the internal admin session.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Campaign, field-rep, and doctor sections are visible and searchable.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The superuser can open the field-rep and doctor maintenance forms and understand the local-versus-master scope.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14400"/>
            <a:ext cx="55046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078992"/>
            <a:ext cx="1261872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Related manuals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07492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01-platform-overview-and-role-map.md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02-publisher-campaign-setup.md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C7153"/>
                </a:solidFill>
                <a:latin typeface="Aptos"/>
              </a:rPr>
              <a:t>• 09-admin-content-management.md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82112"/>
            <a:ext cx="91440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9584"/>
            <a:ext cx="493776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Live-verified against the local demo environment and refreshed with real screenshots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