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Platform Overview and Role Map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Platform Overview and Role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Explain what the product does, which roles participate in the end-to-end journey, where each operational workflow starts, and how internal oversight surfaces support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Trainers, implementation leads, client stakeholders, and internal onboarding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This overview spans the four main entry points: publisher SSO campaign links, field rep campaign links, clinic login at `/accounts/login/`, and the internal operations surfaces at `/publisher/`, `/publisher/pe-system/`, `/publisher/system-records/`, and `/tracking/`.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login-entry-ebdc4ad7db812a12a6d86f95c96060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Use this deck first in training sessions, then move into the role-specific decks in the order shown in the master index.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Explain what the product does, which roles participate in the end-to-end journey, where each operational workflow starts, and how internal oversight surfaces support rollout.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Trainers, implementation leads, client stakeholders, and internal onboarding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This overview spans the four main entry points: publisher SSO campaign links, field rep campaign links, clinic login at `/accounts/login/`, and the internal operations surfaces at `/publisher/`, `/publisher/pe-system/`, `/publisher/system-records/`, and `/tracking/`.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Publishers configure campaign-specific bundles, outreach copy, and activation windows from an authenticated landing page.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Field reps recruit clinics into a campaign by checking a doctor's WhatsApp number against the master database.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Doctors and clinic staff use the same clinic workspace to share a single video or a full bundle with caregivers over WhatsApp.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Caregivers open secure patient pages without logging in and can switch languages directly on the page.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Internal admins maintain the reusable catalog of videos, bundles, triggers, and therapy areas that power all downstream sharing.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Superusers also monitor share analytics and govern PE-only or system-wide records through separate internal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Role map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Role Map And Start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How the product hands off between roles across campaign setup, clinic onboarding, sharing, and caregiver playback.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" y="206654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Publisher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23160"/>
            <a:ext cx="1719072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Campaign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1" y="2322576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92024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4992" y="206654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 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2423160"/>
            <a:ext cx="1719072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Recruitment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85231" y="2322576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92024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25312" y="2066544"/>
            <a:ext cx="177393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Doctor or clinic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2423160"/>
            <a:ext cx="1719072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Clinic sharing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2322576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92024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85632" y="206654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423160"/>
            <a:ext cx="1719072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 playback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1188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3767328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Role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114800"/>
            <a:ext cx="4892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Publisher: Creates campaign detail records, bundle selection, and outbound templates.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Field rep: Registers clinics into the correct campaign and handles existing-versus-new clinic routing.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Doctor: Selects a single video or bundle and shares it with caregivers.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Clinic staff: Uses the same clinic workspace for bundle sharing and caregiver follow-up.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Caregiver: Consumes multilingual content through secure patient links without logging in.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Internal admin: Maintains the master catalog, monitors sharing activity, and governs PE or system records.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53328" y="3611880"/>
            <a:ext cx="5513832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3767328"/>
            <a:ext cx="170078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start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4114800"/>
            <a:ext cx="51206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Publisher campaign setup: `/publisher-landing-page/?campaign-id=...&amp;token=...`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Field rep recruitment: `/field-rep-landing-page/?campaign-id=...&amp;field_rep_id=...`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Doctor and clinic staff sharing: `/accounts/login/`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Doctor self-registration: `/accounts/register/`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Caregiver single-video playback: `/p/&lt;doctor_id&gt;/v/&lt;video_code&gt;/?lang=&lt;code&gt;&amp;d=&lt;signed-payload&gt;`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Caregiver bundle playback: `/p/&lt;doctor_id&gt;/c/&lt;cluster_code&gt;/?lang=&lt;code&gt;&amp;d=&lt;signed-payload&gt;`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Internal content management: `/admin/login/?next=/publisher/` then `/publisher/`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Share tracking dashboard: `/tracking/login/` then `/tracking/`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PE records dashboard: `/publisher/pe-system/login/` then `/publisher/pe-system/`</a:t>
            </a:r>
          </a:p>
          <a:p>
            <a:pPr algn="l">
              <a:spcAft>
                <a:spcPts val="500"/>
              </a:spcAft>
            </a:pPr>
            <a:r>
              <a:rPr sz="1120">
                <a:solidFill>
                  <a:srgbClr val="28B2B1"/>
                </a:solidFill>
                <a:latin typeface="Aptos"/>
              </a:rPr>
              <a:t>• System records hub: `/admin/login/?next=/publisher/system-records/` then `/publisher/system-records/`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Identify the shared entry 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Shared clinic login entry for registered doctors and clinic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login-entry-40a45a28e8173251811808c447629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Reviews the main product entry points for publishers, field reps, clinic users, caregivers, and internal admins.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Most support questions come from role confusion, so training starts by making each entry point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Distinct role-specific URLs: external campaign links for publishers and field reps, a shared clinic login page, and staff-only publishing pages.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Trainees can say which URL each role uses and which workflows require authentication.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Doctors and clinic staff share the same login page. Caregivers do not log in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Map campaign setup to campaign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Publisher campaign landing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ublisher-landing-1fecc03f3d2ca3cecea06c068928fc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Traces how a publisher receives an SSO-backed campaign link and adds campaign details before clinics can use that campaign.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publisher landing page that exposes the campaign context and a launch action for Add details for this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Campaign setup controls which bundles are available downstream and what enrollment messaging is 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Stakeholders understand that publisher work happens before field reps or clinics start sharing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If campaign details already exist, the product redirects publishers into the edit flow rather than duplicating the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Trace clinic enrollment from the field rep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Field rep campaign recruitment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field-rep-landing-a49726893b76caa3108324aca17e6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Follows the field rep handoff that checks a doctor's WhatsApp number and decides whether to enroll an existing clinic or redirect a new clinic to registration.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campaign-aware field rep page with the campaign ID, enrollment counts, and a doctor WhatsApp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operational bridge between campaign setup and clinic activation.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Trainees understand the existing-versus-new doctor decision point and the downstream handoff.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Existing clinics are enrolled and sent a WhatsApp deeplink. New clinics are redirected to `/accounts/register/` with campaign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Connect clinic sharing to caregiver playback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Clinic sharing workspace for a registered doctor.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doctor-share-single-video-cad6285e08aa54a1bcfc3c3f2f4386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Views how doctors or clinic staff search the library, choose a video or bundle, and generate a WhatsApp share to a caregiver.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core day-to-day workflow for clinic teams and the point where patient education becomes visible to caregivers.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clinic sharing workspace with filter controls, bundle and video selection, and share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Users understand that caregiver links are created inside the clinic workspace and are language-aware.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Selecting a video exposes Share Video. Selecting a bundle exposes Share Bundle.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5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5: Show the caregiver-facing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Single-video caregiver page 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video-english-cb33a4a4635508494923fef7ac938c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Opens a secure patient link to see the branded clinic context, embedded content, and language selector.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Training is easier when caregivers know what to expect after a clinic shares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no-login patient page branded with the clinic identity and the selected educational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Stakeholders can explain the caregiver experience and confirm that language switching happens on the patient page.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Single-video links open one item. Bundle links open a multi-video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6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6: Position internal administration as the catalog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Internal Publishing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ublisher-dashboard-867b6ddba62a9180ede5718ecfe7ed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Reviews the internal publishing dashboard that manages reusable videos, bundles, triggers, and therapy areas.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staff-only Publishing Dashboard with links to content types, media management, and quick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Campaign setup and clinic sharing depend on this internal catalog being correct and publish-ready.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Trainees understand that catalog maintenance is a separate internal responsibility.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Catalog changes are global. Campaign-specific availability is handled later in the publisher campaign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7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7: Show the internal oversight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Internal share tracking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tracking-dashboard-46581f246d965f96ed6bec957d7747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Reviews the internal reporting and governance surfaces used after campaigns and sharing are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Operations teams need a clear split between tracking engagement, governing PE-only records, and maintaining broader system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Share Activity Overview for analytics plus separate PE Records and System Records dashboards for data maintenance.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Trainees know which internal dashboard to open for analytics, PE-only governance, or broader record cleanup.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tracking dashboard uses `/tracking/login/`. The PE records dashboard uses a dedicated superuser session at `/publisher/pe-system/login/`. The System Records Hub is a local superuser route at `/publisher/system-records/`.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140817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Wrong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A clinic user who opens a publisher or field rep link will not see the clinic sharing workspace. Start training by matching role to URL.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55448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Documentation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Older project notes do not always reflect current routes or environment behavior. Use live product behavior and current code as the source of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70078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Campaign expectations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Clinic users only see campaign-supported bundles in the share workspace, so a missing bundle usually points back to campaign setup rather than a clinic-side issue.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712463"/>
            <a:ext cx="206654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dashboard mix-ups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publishing dashboard, tracking dashboard, PE records dashboard, and System Records Hub are all different surfaces with different scopes and access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Each stakeholder can identify their entry point and the handoff to the next role.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Training teams can distinguish campaign setup work from clinic-sharing work and from internal content administration.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Internal teams can separate catalog maintenance, analytics review, PE-only record governance, and broader system-record maintenance.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Users understand that caregiver links are generated from the clinic sharing workspace and are campaign-aware.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Platform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Platform Overview and Role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Use this deck first in training sessions, then move into the role-specific decks in the order shown in the master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Each stakeholder can identify their entry point and the handoff to the next role.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Training teams can distinguish campaign setup work from clinic-sharing work and from internal content administration.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Internal teams can separate catalog maintenance, analytics review, PE-only record governance, and broader system-record maintenance.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Users understand that caregiver links are generated from the clinic sharing workspace and are campaign-aware.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PedsEdu_System_Documentation.md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README.md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02-publisher-campaign-setup.md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03-field-rep-doctor-recruitment.md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05-doctor-share-single-video.md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