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Publisher Campaign Setup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Publisher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a publisher how to open a campaign from an SSO link, select campaign content, configure templates, and save the campaign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Publisher or brand manager using the campaign-specific SSO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Publisher SSO entry link such as `/publisher-landing-page/?campaign-id=...&amp;token=...`.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publisher-landing-1b80ea2bf6eb2c98d4bd05d16ecdea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Once this workflow is complete, field reps can recruit clinics into the campaign and clinics will inherit the campaign-supported bundle selection.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Publisher Campaign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a publisher how to open a campaign from an SSO link, select campaign content, configure templates, and save the campaign record.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Publisher or brand manager using the campaign-specific SSO link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Publisher SSO entry link such as `/publisher-landing-page/?campaign-id=...&amp;token=...`.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The publisher lands on a campaign-aware page that carries campaign metadata from the upstream system.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Add Campaign Details creates a local campaign record, a new campaign bundle, and the outbound registration templates used downstream.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The campaign list is the operational place to confirm that a record exists and to re-open it for editing.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Decision points • Publisher Campaign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Decision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Key branches or usage choices that change what the user should do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74519"/>
            <a:ext cx="53766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2029968"/>
            <a:ext cx="184708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New campaign detail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5102352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Use Add details for this campaign when the campaign has not yet been configured in this 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" y="3840480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87952"/>
            <a:ext cx="5102352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606F7E"/>
                </a:solidFill>
                <a:latin typeface="Aptos"/>
              </a:rPr>
              <a:t>The app creates a new campaign record and bundle mapping.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874519"/>
            <a:ext cx="53766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2029968"/>
            <a:ext cx="221284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Existing campaign detail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487168"/>
            <a:ext cx="5102352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If the campaign already exists, the product redirects the publisher into the edit 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187952"/>
            <a:ext cx="5102352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606F7E"/>
                </a:solidFill>
                <a:latin typeface="Aptos"/>
              </a:rPr>
              <a:t>The user updates the existing campaign instead of creating a duplicate.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Publisher Campaign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Open the publisher landing page from the campaign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Publisher landing page with campaign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publisher-landing-1fecc03f3d2ca3cecea06c068928fc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Opens the authenticated campaign link supplied by the upstream system or brand workflow.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Publisher Landing Page with the authenticated publisher identity, campaign ID, and campaign metadata such as company name and doctors supported.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page confirms the publisher is in the right campaign context before configuration begins.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publisher can verify the campaign context and proceed into Add details for this campaign.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If no campaign ID is supplied, the landing page still opens but the add-details action is disabled.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Publisher Campaign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Launch Add Campaign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Blank Add Campaign Details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add-campaign-details-empty-3bcd9cdbe45f32927423d970395f19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Selects Add details for this campaign to open the campaign 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page separates master-managed fields from the fields the publisher is allowed to configure locally.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Add Campaign Details with read-only campaign data from the master system, including the campaign ID, supported doctor count, and banner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campaign form is open and ready for local configuration.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master-managed banner click URL and campaign banner are informational unless the local fallback banner URL field is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Publisher Campaign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Select the campaign videos and bundle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Campaign content selection completed.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add-campaign-details-complete-e5bfb533117f0bab5c072b5496f6ee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Names the campaign cluster, searches the catalog, and adds the required video or cluster items to the selected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Campaign visibility downstream depends on the content selected 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Search results with Add actions, a Selected items panel, and an expanded Selected videos panel showing the final content set.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selected-items list is populated and the expanded-videos panel confirms the final campaign content.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form will not save if no valid videos can be expanded from the selection.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Publisher Campaign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Configure registration messaging and campaign 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Messaging and date configuration.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add-campaign-details-complete-ed2ea3af9f286b318db96494511a0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Enters the registration email text, existing-doctor WhatsApp text, and campaign start and end 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These templates drive the onboarding experience for doctors recruited into the campaign.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Text areas with merge-token placeholders such as `&lt;doctor_name&gt;`, `&lt;clinic_link&gt;`, and `&lt;setup_link&gt;`, plus date pickers.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All required campaign communication fields and dates are ready to save.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Local templates override missing master text and should be written in trainer-ready copy before launch.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5 • Publisher Campaign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5: Save the campaign and return to the landing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Publisher landing page after saving the campaign.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-publisher-landing-after-save-e1dc8ccaf686c6d2b74dc933c55e23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Clicks Save after validating the selected content and templates.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publisher landing page again, now with the campaign detail set created in the app.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Saving creates the local campaign record and associated bundle mapping used by later workflows.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app confirms the campaign was saved successfully.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duplicate campaign ID is blocked and redirected to the edit 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6 • Publisher Campaign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6: Review the campaign from the Campaigns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Campaign list with edit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5-campaign-list-b112c77fc38fde255db95b3cec55a5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Opens the Campaigns list to confirm the record and use the Edit action when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searchable campaign table with campaign ID, cluster name, capacity, dates, and Edit.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is the operational page for verifying the saved record and managing future updates.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campaign appears in the list and can be re-opened for edits.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Search supports campaign ID and cluster-name lookup.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Publisher Campaign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235915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Expired or missing SSO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Without a valid campaign ID and token, the landing page cannot create a campaign detail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No selected videos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form saves only when the selected items expand into at least one valid video.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92024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Duplicate cluster naming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If the proposed campaign cluster name already exists, the user must choose a different name.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The campaign record exists and appears on the Campaigns list.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At least one valid video or cluster has been selected and expanded into campaign content.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Registration email text, existing-doctor WhatsApp text, and campaign dates are saved.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Publisher Campaign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Publisher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Once this workflow is complete, field reps can recruit clinics into the campaign and clinics will inherit the campaign-supported bundle selection.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The campaign record exists and appears on the Campaigns list.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At least one valid video or cluster has been selected and expanded into campaign content.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Registration email text, existing-doctor WhatsApp text, and campaign dates are saved.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01-platform-overview-and-role-map.md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03-field-rep-doctor-recruitment.md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