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Field Rep Doctor Recruitment • Verified 2026-04-23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548640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600" b="1">
                <a:solidFill>
                  <a:srgbClr val="273340"/>
                </a:solidFill>
                <a:latin typeface="Aptos Display"/>
              </a:rPr>
              <a:t>Field Rep Doctor Recruitment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65960"/>
            <a:ext cx="5257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606F7E"/>
                </a:solidFill>
                <a:latin typeface="Aptos"/>
              </a:rPr>
              <a:t>Show how a field rep uses the campaign link to recruit a clinic by checking a doctor's WhatsApp number and routing the clinic correctly.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980944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203911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Field rep assigned to a campaign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834640"/>
            <a:ext cx="2651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980944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337560"/>
            <a:ext cx="235915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Campaign recruitment link such as `/field-rep-landing-page/?campaign-id=...&amp;field_rep_id=...`.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749808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-field-rep-landing-17a0820089f0f314ce7fb640a29b21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22959"/>
            <a:ext cx="4928616" cy="5294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187952"/>
            <a:ext cx="52578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73340"/>
                </a:solidFill>
                <a:latin typeface="Aptos"/>
              </a:rPr>
              <a:t>When the field rep flow ends on the registration page, the next operational deck is Doctor Registration and First Access.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summary • Field Rep Recruitment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Workflow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Purpose, user, entry point, and the operational outcome of this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75104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Show how a field rep uses the campaign link to recruit a clinic by checking a doctor's WhatsApp number and routing the clinic correctly.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975104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Field rep assigned to a campaign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7848" y="18288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975104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331720"/>
            <a:ext cx="33649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Campaign recruitment link such as `/field-rep-landing-page/?campaign-id=...&amp;field_rep_id=...`.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1099108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493008"/>
            <a:ext cx="133502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58768"/>
            <a:ext cx="106070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350">
                <a:solidFill>
                  <a:srgbClr val="28B2B1"/>
                </a:solidFill>
                <a:latin typeface="Aptos"/>
              </a:rPr>
              <a:t>• The field rep page validates both the campaign and the field rep against the master database before allowing recruitment.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28B2B1"/>
                </a:solidFill>
                <a:latin typeface="Aptos"/>
              </a:rPr>
              <a:t>• Entering an existing doctor's WhatsApp number enrolls the clinic into the campaign and opens a WhatsApp deeplink with the clinic link.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28B2B1"/>
                </a:solidFill>
                <a:latin typeface="Aptos"/>
              </a:rPr>
              <a:t>• Entering a new doctor's WhatsApp number redirects into the doctor registration flow with campaign context preserved.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Decision points • Field Rep Recruitment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Decision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Key branches or usage choices that change what the user should do next.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74519"/>
            <a:ext cx="537667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" y="2029968"/>
            <a:ext cx="170078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Existing doctor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5102352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The entered WhatsApp number matches an existing doctor in the master 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" y="3840480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87952"/>
            <a:ext cx="5102352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606F7E"/>
                </a:solidFill>
                <a:latin typeface="Aptos"/>
              </a:rPr>
              <a:t>The system ensures campaign enrollment and opens a WhatsApp message containing the clinic share link.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874519"/>
            <a:ext cx="537667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2029968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New doctor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487168"/>
            <a:ext cx="5102352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No doctor record matches the WhatsApp number.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187952"/>
            <a:ext cx="5102352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606F7E"/>
                </a:solidFill>
                <a:latin typeface="Aptos"/>
              </a:rPr>
              <a:t>The system redirects to `/accounts/register/` with campaign and field rep context preserved.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1 • Field Rep Recruitment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1: Open the field rep campaign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Field rep campaign recruitment landing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field-rep-landing-a49726893b76caa3108324aca17e6a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Launches the campaign recruitment link supplied for the field rep.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Register doctor for campaign with the campaign ID, campaign name, and doctors registered count.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page confirms the field rep is working inside the correct campaign before recruitment begins.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field rep sees a valid campaign context and an input for doctor WhatsApp number.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If the campaign license cap has been reached or the link is invalid, the page surfaces a blocking message instead of the 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2 • Field Rep Recruitment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2: Enter the doctor's WhatsApp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Field rep form with an existing doctor number entered.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existing-doctor-number-entered-bada2ddb99b5a8f8fedc35149cfdc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Types the doctor's 10-digit WhatsApp number and prepares to submit the campaign registration check.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WhatsApp number inside the campaign-bound form with the Submit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WhatsApp number is the matching key used to determine whether the clinic already exists.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form is ready to evaluate whether the clinic is already registered.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Use the clinic's actual doctor WhatsApp number rather than a generic clinic front-desk number when 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3 • Field Rep Recruitment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3: Handle an existing doctor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Existing doctor branch starts from the same recruitment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existing-doctor-number-entered-bada2ddb99b5a8f8fedc35149cfdc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Submits a WhatsApp number that already belongs to a doctor in the master database.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backend-driven redirect into a WhatsApp deeplink rather than a visible intermediate success page.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path avoids duplicate registration and immediately gives the clinic the correct share link.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doctor is enrolled into the campaign and a WhatsApp message opens with the clinic share URL.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message uses the campaign's existing-doctor WhatsApp template when one is available.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4 • Field Rep Recruitment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4: Route a new doctor into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New doctor redirected to registration.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new-doctor-redirected-to-registration-06cf52b11501f6a249f27acccda56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Submits a WhatsApp number that is not yet present in the master database.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handoff preserves campaign attribution and keeps recruitment operational without manual intervention.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public doctor registration page with campaign and field rep parameters carried into the URL.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doctor registration form opens with campaign context in place.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The doctor WhatsApp number can be prefilled from the field rep page to reduce re-entry.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5 • Field Rep Recruitment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5: Hand off to clinic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Clinic onboarding handoff.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register-form-f2692b2ef0013805ee2fa2573ef440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Explains to the clinic that the next step is completing registration and then logging into the clinic workspace.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seamless transition from field rep recruitment into clinic onboarding.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Successful recruitment is not complete until the clinic can actually log in and share content.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clinic understands the next step and moves into registration or login.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Use the Doctor Registration and First Access deck immediately after this one in training sessions.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Trainer tips • Field Rep Recruitment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The highest-value coaching points to cover during rollout or onboarding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93392"/>
            <a:ext cx="279806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Field rep not linked to the campaign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The page blocks if the field rep identity is inactive or not authorized for the supplied campaign.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93392"/>
            <a:ext cx="162763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Campaign cap reached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If doctors supported has been reached, recruitment is blocked until additional licenses are 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3712463"/>
            <a:ext cx="170078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Wrong WhatsApp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Using the wrong number can route an existing clinic into the new-doctor path or vice versa, so confirm the number before submission.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532120"/>
            <a:ext cx="10991088" cy="713232"/>
          </a:xfrm>
          <a:prstGeom prst="roundRect">
            <a:avLst/>
          </a:prstGeom>
          <a:solidFill>
            <a:srgbClr val="F5ECD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5669280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markers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632704"/>
            <a:ext cx="9144000" cy="493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Existing clinics are enrolled without manual database work.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New clinics are redirected to the registration form with campaign context and prefilling.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28B2B1"/>
                </a:solidFill>
                <a:latin typeface="Aptos"/>
              </a:rPr>
              <a:t>• The field rep can explain which path happened and why.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complete • Field Rep Recruitment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02920"/>
            <a:ext cx="140817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005840"/>
            <a:ext cx="5212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Field Rep Doctor Recruitment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120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606F7E"/>
                </a:solidFill>
                <a:latin typeface="Aptos"/>
              </a:rPr>
              <a:t>When the field rep flow ends on the registration page, the next operational deck is Doctor Registration and First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4320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907792"/>
            <a:ext cx="1335024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4828032" cy="18105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Existing clinics are enrolled without manual database work.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New clinics are redirected to the registration form with campaign context and prefilling.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The field rep can explain which path happened and why.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14400"/>
            <a:ext cx="55046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078992"/>
            <a:ext cx="1261872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Related manuals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2"/>
            <a:ext cx="507492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01-platform-overview-and-role-map.md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28B2B1"/>
                </a:solidFill>
                <a:latin typeface="Aptos"/>
              </a:rPr>
              <a:t>• 04-doctor-registration-and-first-access.md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182112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29584"/>
            <a:ext cx="4937760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Live-verified against the local demo environment and refreshed with real screenshots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